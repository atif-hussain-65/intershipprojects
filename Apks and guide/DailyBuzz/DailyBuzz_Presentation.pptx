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DailyBuzz: A Modern, Offline-First News Experience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Your Name</a:t>
            </a:r>
          </a:p>
          <a:p>
            <a:r>
              <a:t>Internship Project Presentation</a:t>
            </a:r>
          </a:p>
          <a:p>
            <a:r>
              <a:t>September 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Create a functional news reader app with offline reading.</a:t>
            </a:r>
          </a:p>
          <a:p>
            <a:r>
              <a:t>Key Skill: Android development, API integration, Room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Language: Kotlin</a:t>
            </a:r>
          </a:p>
          <a:p>
            <a:r>
              <a:t>UI: Jetpack Compose</a:t>
            </a:r>
          </a:p>
          <a:p>
            <a:r>
              <a:t>Online Data: Firestore backend</a:t>
            </a:r>
          </a:p>
          <a:p>
            <a:r>
              <a:t>Offline Storage: Room persistence</a:t>
            </a:r>
          </a:p>
          <a:p>
            <a:r>
              <a:t>Architecture: MVVM + Repository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Initial Launch (Online)</a:t>
            </a:r>
          </a:p>
          <a:p>
            <a:r>
              <a:t>2. Save Articles</a:t>
            </a:r>
          </a:p>
          <a:p>
            <a:r>
              <a:t>3. Demonstrate Offline Mode</a:t>
            </a:r>
          </a:p>
          <a:p>
            <a:r>
              <a:t>4. Relaunch App (Offline)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Article Detail Screen</a:t>
            </a:r>
          </a:p>
          <a:p>
            <a:r>
              <a:t>• Push Notifications</a:t>
            </a:r>
          </a:p>
          <a:p>
            <a:r>
              <a:t>• User Accounts</a:t>
            </a:r>
          </a:p>
          <a:p>
            <a:r>
              <a:t>• Search Functionality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